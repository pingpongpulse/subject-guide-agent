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Times New Roman" charset="1" panose="02020603050405020304"/>
      <p:regular r:id="rId7"/>
    </p:embeddedFont>
    <p:embeddedFont>
      <p:font typeface="Times New Roman Bold" charset="1" panose="02020803070505020304"/>
      <p:regular r:id="rId8"/>
    </p:embeddedFont>
    <p:embeddedFont>
      <p:font typeface="Times New Roman Italics" charset="1" panose="020205030504050903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7689847" cy="10820400"/>
          </a:xfrm>
          <a:custGeom>
            <a:avLst/>
            <a:gdLst/>
            <a:ahLst/>
            <a:cxnLst/>
            <a:rect r="r" b="b" t="t" l="l"/>
            <a:pathLst>
              <a:path h="10820400" w="7689847">
                <a:moveTo>
                  <a:pt x="0" y="0"/>
                </a:moveTo>
                <a:lnTo>
                  <a:pt x="7689847" y="0"/>
                </a:lnTo>
                <a:lnTo>
                  <a:pt x="7689847" y="10820400"/>
                </a:lnTo>
                <a:lnTo>
                  <a:pt x="0" y="1082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9125" y="668655"/>
            <a:ext cx="3248025" cy="923925"/>
          </a:xfrm>
          <a:custGeom>
            <a:avLst/>
            <a:gdLst/>
            <a:ahLst/>
            <a:cxnLst/>
            <a:rect r="r" b="b" t="t" l="l"/>
            <a:pathLst>
              <a:path h="923925" w="3248025">
                <a:moveTo>
                  <a:pt x="0" y="0"/>
                </a:moveTo>
                <a:lnTo>
                  <a:pt x="3248025" y="0"/>
                </a:lnTo>
                <a:lnTo>
                  <a:pt x="324802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17403" y="4038873"/>
            <a:ext cx="1749747" cy="73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73"/>
              </a:lnSpc>
            </a:pPr>
            <a:r>
              <a:rPr lang="en-US" sz="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AADHYA R 1RV24CS002</a:t>
            </a:r>
          </a:p>
          <a:p>
            <a:pPr algn="just">
              <a:lnSpc>
                <a:spcPts val="1473"/>
              </a:lnSpc>
            </a:pPr>
            <a:r>
              <a:rPr lang="en-US" sz="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﻿A S S S KOUNDINYA 1RV24CS001</a:t>
            </a:r>
          </a:p>
          <a:p>
            <a:pPr algn="just">
              <a:lnSpc>
                <a:spcPts val="1473"/>
              </a:lnSpc>
            </a:pPr>
            <a:r>
              <a:rPr lang="en-US" sz="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﻿AMRUTHA 1RV24CS033</a:t>
            </a:r>
          </a:p>
          <a:p>
            <a:pPr algn="just">
              <a:lnSpc>
                <a:spcPts val="1473"/>
              </a:lnSpc>
            </a:pPr>
            <a:r>
              <a:rPr lang="en-US" sz="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﻿AARNAAMITH 1RV24CS004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6376" y="2407406"/>
            <a:ext cx="1994792" cy="74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7"/>
              </a:lnSpc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28/Oct/2025 DESIGN THINKING LAB Dr. Chethana R Murthy (CRM) Dr. Manas M N (MMN)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8225" y="1952139"/>
            <a:ext cx="4387691" cy="39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2025-2026 (Odd Sem) </a:t>
            </a:r>
          </a:p>
          <a:p>
            <a:pPr algn="ctr">
              <a:lnSpc>
                <a:spcPts val="20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DEPARTMENTOFCOMPUTERSCIENCE&amp;ENGINEERING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3675" y="2407406"/>
            <a:ext cx="155448" cy="19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44291" y="2592181"/>
            <a:ext cx="397050" cy="19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III-A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7200" y="3856996"/>
            <a:ext cx="38862" cy="19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875" y="4041762"/>
            <a:ext cx="952729" cy="19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Details: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875" y="7442006"/>
            <a:ext cx="1446324" cy="5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Planned activities for gathering insights: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875" y="5036087"/>
            <a:ext cx="1480928" cy="159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Domain/Theme of the work: Title of the proposed </a:t>
            </a:r>
          </a:p>
          <a:p>
            <a:pPr algn="l">
              <a:lnSpc>
                <a:spcPts val="1920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work: </a:t>
            </a:r>
          </a:p>
          <a:p>
            <a:pPr algn="l">
              <a:lnSpc>
                <a:spcPts val="2370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users / </a:t>
            </a:r>
          </a:p>
          <a:p>
            <a:pPr algn="l">
              <a:lnSpc>
                <a:spcPts val="1770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stakeholders: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30191" y="3321729"/>
            <a:ext cx="1367380" cy="36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0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EMPATHY PHASE Synopsis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4679" y="2350256"/>
            <a:ext cx="1066429" cy="62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Date: </a:t>
            </a:r>
          </a:p>
          <a:p>
            <a:pPr algn="r">
              <a:lnSpc>
                <a:spcPts val="8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– Code: </a:t>
            </a:r>
          </a:p>
          <a:p>
            <a:pPr algn="r">
              <a:lnSpc>
                <a:spcPts val="20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Faculty: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58903" y="2350256"/>
            <a:ext cx="1271549" cy="62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Maximum Marks: </a:t>
            </a:r>
          </a:p>
          <a:p>
            <a:pPr algn="r">
              <a:lnSpc>
                <a:spcPts val="8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Sem: </a:t>
            </a:r>
          </a:p>
          <a:p>
            <a:pPr algn="r">
              <a:lnSpc>
                <a:spcPts val="2054"/>
              </a:lnSpc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Batch: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3125" y="6116126"/>
            <a:ext cx="1023318" cy="2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Write details 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71725" y="6380226"/>
            <a:ext cx="4674146" cy="25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● User Profiles: Briefly describe the intended users or stakeholders your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0325" y="6642868"/>
            <a:ext cx="1697098" cy="2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DT lab work will focus on.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1725" y="6906968"/>
            <a:ext cx="4348601" cy="25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● Context: Explain their context, environment, and any background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00325" y="7169610"/>
            <a:ext cx="3406197" cy="2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details that might affect their experiences or behavior.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43125" y="7442006"/>
            <a:ext cx="4744736" cy="5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Write details on User Interviews, Surveys or any other method/s planned by </a:t>
            </a:r>
          </a:p>
          <a:p>
            <a:pPr algn="l">
              <a:lnSpc>
                <a:spcPts val="1914"/>
              </a:lnSpc>
            </a:pPr>
            <a:r>
              <a:rPr lang="en-US" sz="12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you.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90505" y="5276456"/>
            <a:ext cx="1399729" cy="2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4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﻿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 HEALTHCARE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1047" y="5707514"/>
            <a:ext cx="2535833" cy="2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4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﻿Exploring the documentation of Nurse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DAG2-SeRFaM</dc:identifier>
  <dcterms:modified xsi:type="dcterms:W3CDTF">2011-08-01T06:04:30Z</dcterms:modified>
  <cp:revision>1</cp:revision>
  <dc:title>Synopsis.docx.pdf</dc:title>
</cp:coreProperties>
</file>